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Counter-UAS Radar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Calibri"/>
              </a:rPr>
              <a:t>Technical Design Documentation (TDD) — architecture, UML, sequences, and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1109441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Repo: workspace  •  Output: CounterUAS_RadarTracker_TDD.pptx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Purpose: ingest radar detections (per dwell) and output stabilized 3D tracks for downstream display / C2.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Inputs: UDP SPDetectionMessage (range/azimuth/elevation + SNR/RCS/strength).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Outputs: UDP TrackTableMessage (TrackUpdateMessage list) + optional binary logs.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Primary concerns: real-time throughput, association correctness under clutter, track lifecycle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Deployment / system context</a:t>
            </a:r>
          </a:p>
        </p:txBody>
      </p:sp>
      <p:pic>
        <p:nvPicPr>
          <p:cNvPr id="3" name="Picture 2" descr="deplo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55778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UDP protocol and message structures are defined in `idl/messages.idl`.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Component architecture (CMake targets)</a:t>
            </a:r>
          </a:p>
        </p:txBody>
      </p:sp>
      <p:pic>
        <p:nvPicPr>
          <p:cNvPr id="3" name="Picture 2" descr="compon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55778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Modules are linked as static libraries and composed by `cuas_pipeline` / `cuas_tracker`.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Runtime sequence (threads and message handoff)</a:t>
            </a:r>
          </a:p>
        </p:txBody>
      </p:sp>
      <p:pic>
        <p:nvPicPr>
          <p:cNvPr id="3" name="Picture 2" descr="dwell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55778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Receiver runs in its own thread; processing runs in a separate thread and is paced by `cyclePeriodMs`.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Per-dwell data flow (processing pipeline)</a:t>
            </a:r>
          </a:p>
        </p:txBody>
      </p:sp>
      <p:pic>
        <p:nvPicPr>
          <p:cNvPr id="3" name="Picture 2" descr="dwell_data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6035040"/>
          </a:xfrm>
          <a:prstGeom prst="rect">
            <a:avLst/>
          </a:prstGeom>
          <a:ln>
            <a:solidFill>
              <a:srgbClr val="E2E8F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Core data model (wire + internal)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Detection: spherical measurement (range/az/el) plus features (strength/noise/SNR/RCS/microDoppler).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Cluster: strength-weighted centroid of detections, converted to Cartesian (x,y,z) for filtering.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Track state: 9D Cartesian IMM state [x,vx,ax,y,vy,ay,z,vz,az] with merged covariance and mode probabilities.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TrackUpdateMessage: status + classification + spherical + Cartesian + quality/hits/misses/age.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UML (high-level) — core classes and strategy interfaces</a:t>
            </a:r>
          </a:p>
        </p:txBody>
      </p:sp>
      <p:pic>
        <p:nvPicPr>
          <p:cNvPr id="3" name="Picture 2" descr="uml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55778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Clustering and association are runtime-selectable via configuration (Strategy pattern).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Preprocessing &amp; clustering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Preprocessor: hard-gate out-of-bounds detections (range, azimuth, elevation, SNR, RCS, strength).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Clustering: groups detections into centroided targets to reduce association complexity.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DBSCAN: distance in normalized (range,az,el) space using epsilons; noise points become singleton clusters.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ClusterEngine assigns monotonically increasing clusterId and computes Cartesian centroid.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Prediction — IMM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IMM models: CV, CA1, CA2, CTR1, CTR2 (all 9D Cartesian).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Interaction (mixing) step uses transition matrix and current mode probabilities.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Each model predicts its own (x,P); estimates are merged by mode probabilities.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Config: numModels=5  •  initialModeProbabilities=[0.4, 0.15, 0.15, 0.15, 0.15]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Association — measurement gating + 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Measurement space: Cartesian position (x,y,z) with H selecting position from the 9D state.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Gating: Mahalanobis distance computed with innovation covariance S = HPHᵀ + R.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Methods: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  - Mahalanobis NN: greedy nearest-neighbor with distanceThreshold=9.21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  - GNN: global assignment (reduced-cost greedy/Hungarian-like) with costThreshold=16.0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  - JPDA: probabilistic association using clutterDensity=1e-06 and Pd=0.9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Track lifecycle (status transitions)</a:t>
            </a:r>
          </a:p>
        </p:txBody>
      </p:sp>
      <p:pic>
        <p:nvPicPr>
          <p:cNvPr id="3" name="Picture 2" descr="track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11094415" cy="5577840"/>
          </a:xfrm>
          <a:prstGeom prst="rect">
            <a:avLst/>
          </a:prstGeom>
          <a:ln>
            <a:solidFill>
              <a:srgbClr val="E2E8F0"/>
            </a:solidFill>
          </a:ln>
        </p:spPr>
      </p:pic>
      <p:sp>
        <p:nvSpPr>
          <p:cNvPr id="4" name="TextBox 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475569"/>
                </a:solidFill>
                <a:latin typeface="Calibri"/>
              </a:rPr>
              <a:t>Rules are defined by `trackManagement.maintenance` and `trackManagement.deletion` in the config.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Track initiation, maintenance, deletion,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Initiation: M-of-N candidates (m=3, n=5) on unmatched clusters; optional initial velocity from two-point differencing.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Maintenance: confirmHits=5 and quality update (boost=0.1, decay=0.95).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Deletion: maxCoastingDwells=15, minQuality=0.05, maxRange=25000.0.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Classification: simple heuristics using speed + IMM mode probabilities (clutter/drone/bird/unknown).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Configuration (tracker_config.json) — key knobs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System: cyclePeriodMs=100  maxDetectionsPerDwell=256  maxTracks=200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Network: receiver=0.0.0.0:50000  sender=127.0.0.1:50001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Clustering: method=dbscan  •  DBSCAN eps(range/az/el)={'epsilonRange': 50.0, 'epsilonAzimuth': 0.02, 'epsilonElevation': 0.02, 'minPoints': 2}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Association: method=gnn  gatingThreshold=16.0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Operational practice: keep config under version control; changes should be validated with simulators/log replay.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Reliability, performance, and real-time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Concurrency: receiver thread deserializes UDP messages and pushes them into a guarded queue; processing thread consumes messages.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Back-pressure risk: if input rate exceeds processing, the queue grows; consider bounded queues + drop/merge policy for production.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Timing: receiver uses socket receive timeout; processing loop uses `cyclePeriodMs` wait-for pacing.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Numerics: IMM update uses simplified covariance update for performance (Joseph form is noted as alternative).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Logging: binary logs can be enabled for offline analysis; ensure disk I/O budget is acceptable in real-time runs.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Software design principles &amp; patterns applied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Separation of concerns: UDP transport (`UdpSocket`/`MessageSerializer`) is isolated from tracking algorithms.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Single Responsibility: each class has a focused scope (receive, preprocess, cluster, associate, predict, manage tracks, send).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Strategy pattern: `IClusterer` and `IAssociator` select behavior via configuration without changing call sites.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Composition over inheritance: engines own strategy instances; pipeline composes subsystems.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Configurability: algorithm choice and thresholds are externalized to `tracker_config.json`.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Extensibility guide (how to add new algorithms)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New clusterer: implement `IClusterer::cluster()`, add to `ClusterEngine` switch, extend config parsing if needed.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New associator: implement `IAssociator::associate()`, add to `AssociationEngine` switch, add config knobs.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New motion model: implement `IMotionModel`, register in `IMMFilter` models_ array, extend transition matrix sizing if expanded.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Add telemetry: extend `BinaryLogger` record types and emit at stage boundaries (raw/preproc/cluster/assoc/update).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Calibri"/>
              </a:rPr>
              <a:t>Build / run / verify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98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Build (Linux): mkdir -p build &amp;&amp; cd build &amp;&amp; cmake .. &amp;&amp; cmake --build . -j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Run tracker: ./build/cuas_tracker [config/tracker_config.json]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Simulators: dsp_injector (inject/replay detections), display_module (receive/display tracks), log_extractor (analyze logs).</a:t>
            </a:r>
          </a:p>
          <a:p>
            <a:pPr>
              <a:spcAft>
                <a:spcPts val="600"/>
              </a:spcAft>
              <a:defRPr sz="1800">
                <a:solidFill>
                  <a:srgbClr val="0F172A"/>
                </a:solidFill>
                <a:latin typeface="Calibri"/>
              </a:defRPr>
            </a:pPr>
            <a:r>
              <a:t>Integration test idea: replay a known detection log and assert stable track count / state transitions / message throughput.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